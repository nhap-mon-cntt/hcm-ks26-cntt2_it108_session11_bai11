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báo cáo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3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CNTT</c:v>
                  </c:pt>
                  <c:pt idx="1">
                    <c:v>ATTT</c:v>
                  </c:pt>
                  <c:pt idx="2">
                    <c:v>Khách</c:v>
                  </c:pt>
                  <c:pt idx="3">
                    <c:v>VT</c:v>
                  </c:pt>
                  <c:pt idx="4">
                    <c:v>ĐT</c:v>
                  </c:pt>
                  <c:pt idx="5">
                    <c:v>ĐPT</c:v>
                  </c:pt>
                  <c:pt idx="6">
                    <c:v>QTKD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30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F28C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3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3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Sinh viên PTIT</c:v>
                </c:pt>
                <c:pt idx="1">
                  <c:v>Khách mời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</c:v>
                </c:pt>
                <c:pt idx="1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3000">
              <a:solidFill>
                <a:srgbClr val="1B1B1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mừng quý vị. Chỉ nói: hội nghị đã sẵn sàng, 30 báo cáo, một ngày, tại Hội trường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đọc slide. Nhấn mạnh quy mô: 30 báo cáo, 6 khoa, 4 phòng chạy song song để kịp trong một ngày.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một câu: CNTT dẫn đầu với 8 báo cáo. Nếu có người hỏi số liệu đầy đủ, bấm vào liên kết dẫn tới slide phụ lục.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Tỷ lệ: 83% báo cáo do sinh viên PTIT trình bày, 17% là khách mời.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đọc từng dòng. Chốt thông điệp: mọi hoạt động kết thúc trước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thông điệp: 11 giải, tổng 22 triệu đồng. Không đọc cơ cấu từng giải.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Kêu gọi hành động: check-in tại sảnh Hội trường A trước 08:00 và vào đúng phòng ghi trên thẻ đại biểu.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phụ lục ẩn: chỉ mở khi ban giám khảo hỏi số liệu chi tiết. Nguồn: DanhSachBaoCao_PTIT2027.xlsx.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110642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Điểm nhấn"/>
          <p:cNvSpPr/>
          <p:nvPr/>
        </p:nvSpPr>
        <p:spPr>
          <a:xfrm>
            <a:off x="548640" y="2971800"/>
            <a:ext cx="1280160" cy="8229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91440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nghị PTIT 2027 sẵn sàng khai mạc với 30 báo cáo</a:t>
            </a:r>
            <a:endParaRPr lang="en-US" sz="5400" dirty="0"/>
          </a:p>
        </p:txBody>
      </p:sp>
      <p:sp>
        <p:nvSpPr>
          <p:cNvPr id="5" name="Thời gian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Bảy 22/05/2027  ·  Hội trường A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báo cáo được trình bày trong đúng một ngày</a:t>
            </a:r>
            <a:endParaRPr lang="en-US" sz="3800" dirty="0"/>
          </a:p>
        </p:txBody>
      </p:sp>
      <p:sp>
        <p:nvSpPr>
          <p:cNvPr id="4" name="Con số nổi bật"/>
          <p:cNvSpPr txBox="1"/>
          <p:nvPr/>
        </p:nvSpPr>
        <p:spPr>
          <a:xfrm>
            <a:off x="548640" y="18288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0000" dirty="0"/>
          </a:p>
        </p:txBody>
      </p:sp>
      <p:sp>
        <p:nvSpPr>
          <p:cNvPr id="5" name="Chú thích"/>
          <p:cNvSpPr txBox="1"/>
          <p:nvPr/>
        </p:nvSpPr>
        <p:spPr>
          <a:xfrm>
            <a:off x="5669280" y="210312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3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khoa và khách mời</a:t>
            </a:r>
            <a:endParaRPr lang="en-US" sz="3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phòng song song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CNTT dẫn đầu với 8 trên 30 báo cáo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84124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iên kết phụ lục">
            <a:hlinkClick r:id="rId2" tooltip="Phụ lục" action="ppaction://hlinksldjump"/>
          </p:cNvPr>
          <p:cNvSpPr txBox="1"/>
          <p:nvPr/>
        </p:nvSpPr>
        <p:spPr>
          <a:xfrm>
            <a:off x="9052560" y="5760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u="sng" dirty="0">
                <a:solidFill>
                  <a:srgbClr val="2E559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Phụ lụ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Số liệu chi tiết ›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PTIT trình bày 83% số báo cáo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n số nổi bật"/>
          <p:cNvSpPr txBox="1"/>
          <p:nvPr/>
        </p:nvSpPr>
        <p:spPr>
          <a:xfrm>
            <a:off x="7498080" y="21031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1000" dirty="0"/>
          </a:p>
        </p:txBody>
      </p:sp>
      <p:sp>
        <p:nvSpPr>
          <p:cNvPr id="6" name="Chú thích"/>
          <p:cNvSpPr txBox="1"/>
          <p:nvPr/>
        </p:nvSpPr>
        <p:spPr>
          <a:xfrm>
            <a:off x="7498080" y="41148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25/30 báo cáo của sinh viên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nghị kết thúc lúc 17:00 nhờ hai phiên chạy song song</a:t>
            </a:r>
            <a:endParaRPr lang="en-US" sz="3800" dirty="0"/>
          </a:p>
        </p:txBody>
      </p:sp>
      <p:sp>
        <p:nvSpPr>
          <p:cNvPr id="4" name="Thẻ 1"/>
          <p:cNvSpPr/>
          <p:nvPr/>
        </p:nvSpPr>
        <p:spPr>
          <a:xfrm>
            <a:off x="548640" y="1828800"/>
            <a:ext cx="1106424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C9D3E8"/>
            </a:solidFill>
            <a:prstDash val="solid"/>
          </a:ln>
        </p:spPr>
      </p:sp>
      <p:sp>
        <p:nvSpPr>
          <p:cNvPr id="5" name="Giờ 1"/>
          <p:cNvSpPr txBox="1"/>
          <p:nvPr/>
        </p:nvSpPr>
        <p:spPr>
          <a:xfrm>
            <a:off x="822960" y="18288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4000" dirty="0"/>
          </a:p>
        </p:txBody>
      </p:sp>
      <p:sp>
        <p:nvSpPr>
          <p:cNvPr id="6" name="Nội dung 1"/>
          <p:cNvSpPr txBox="1"/>
          <p:nvPr/>
        </p:nvSpPr>
        <p:spPr>
          <a:xfrm>
            <a:off x="4937760" y="182880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mạc</a:t>
            </a:r>
            <a:endParaRPr lang="en-US" sz="3600" dirty="0"/>
          </a:p>
        </p:txBody>
      </p:sp>
      <p:sp>
        <p:nvSpPr>
          <p:cNvPr id="7" name="Thẻ 2"/>
          <p:cNvSpPr/>
          <p:nvPr/>
        </p:nvSpPr>
        <p:spPr>
          <a:xfrm>
            <a:off x="548640" y="3383280"/>
            <a:ext cx="1106424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C9D3E8"/>
            </a:solidFill>
            <a:prstDash val="solid"/>
          </a:ln>
        </p:spPr>
      </p:sp>
      <p:sp>
        <p:nvSpPr>
          <p:cNvPr id="8" name="Giờ 2"/>
          <p:cNvSpPr txBox="1"/>
          <p:nvPr/>
        </p:nvSpPr>
        <p:spPr>
          <a:xfrm>
            <a:off x="822960" y="33832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· 13:30</a:t>
            </a:r>
            <a:endParaRPr lang="en-US" sz="4000" dirty="0"/>
          </a:p>
        </p:txBody>
      </p:sp>
      <p:sp>
        <p:nvSpPr>
          <p:cNvPr id="9" name="Nội dung 2"/>
          <p:cNvSpPr txBox="1"/>
          <p:nvPr/>
        </p:nvSpPr>
        <p:spPr>
          <a:xfrm>
            <a:off x="4937760" y="338328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phiên song song</a:t>
            </a:r>
            <a:endParaRPr lang="en-US" sz="3600" dirty="0"/>
          </a:p>
        </p:txBody>
      </p:sp>
      <p:sp>
        <p:nvSpPr>
          <p:cNvPr id="10" name="Thẻ 3"/>
          <p:cNvSpPr/>
          <p:nvPr/>
        </p:nvSpPr>
        <p:spPr>
          <a:xfrm>
            <a:off x="548640" y="4937760"/>
            <a:ext cx="1106424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C9D3E8"/>
            </a:solidFill>
            <a:prstDash val="solid"/>
          </a:ln>
        </p:spPr>
      </p:sp>
      <p:sp>
        <p:nvSpPr>
          <p:cNvPr id="11" name="Giờ 3"/>
          <p:cNvSpPr txBox="1"/>
          <p:nvPr/>
        </p:nvSpPr>
        <p:spPr>
          <a:xfrm>
            <a:off x="822960" y="493776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</a:t>
            </a:r>
            <a:endParaRPr lang="en-US" sz="4000" dirty="0"/>
          </a:p>
        </p:txBody>
      </p:sp>
      <p:sp>
        <p:nvSpPr>
          <p:cNvPr id="12" name="Nội dung 3"/>
          <p:cNvSpPr txBox="1"/>
          <p:nvPr/>
        </p:nvSpPr>
        <p:spPr>
          <a:xfrm>
            <a:off x="4937760" y="493776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Bế mạc, trao giải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giải thưởng, tổng giá trị 22 triệu đồng</a:t>
            </a:r>
            <a:endParaRPr lang="en-US" sz="3800" dirty="0"/>
          </a:p>
        </p:txBody>
      </p:sp>
      <p:sp>
        <p:nvSpPr>
          <p:cNvPr id="4" name="Con số nổi bật"/>
          <p:cNvSpPr txBox="1"/>
          <p:nvPr/>
        </p:nvSpPr>
        <p:spPr>
          <a:xfrm>
            <a:off x="548640" y="17373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9000" dirty="0"/>
          </a:p>
        </p:txBody>
      </p:sp>
      <p:sp>
        <p:nvSpPr>
          <p:cNvPr id="5" name="Đơn vị"/>
          <p:cNvSpPr txBox="1"/>
          <p:nvPr/>
        </p:nvSpPr>
        <p:spPr>
          <a:xfrm>
            <a:off x="548640" y="4480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đồng</a:t>
            </a:r>
            <a:endParaRPr lang="en-US" sz="4000" dirty="0"/>
          </a:p>
        </p:txBody>
      </p:sp>
      <p:sp>
        <p:nvSpPr>
          <p:cNvPr id="6" name="Danh sách giải"/>
          <p:cNvSpPr txBox="1"/>
          <p:nvPr/>
        </p:nvSpPr>
        <p:spPr>
          <a:xfrm>
            <a:off x="5852160" y="182880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Giải Nhất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Giải Nhì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Giải Ba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Giải Khuyến khích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check-in trước 08:00 để không lỡ phiên khai mạc</a:t>
            </a:r>
            <a:endParaRPr lang="en-US" sz="3800" dirty="0"/>
          </a:p>
        </p:txBody>
      </p:sp>
      <p:sp>
        <p:nvSpPr>
          <p:cNvPr id="4" name="Khung CTA"/>
          <p:cNvSpPr/>
          <p:nvPr/>
        </p:nvSpPr>
        <p:spPr>
          <a:xfrm>
            <a:off x="548640" y="2103120"/>
            <a:ext cx="11064240" cy="31089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Nội dung CTA"/>
          <p:cNvSpPr txBox="1"/>
          <p:nvPr/>
        </p:nvSpPr>
        <p:spPr>
          <a:xfrm>
            <a:off x="914400" y="2103120"/>
            <a:ext cx="10332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thẻ đại biểu tại sảnh Hội trường A</a:t>
            </a:r>
            <a:endParaRPr lang="en-US" sz="4000" dirty="0"/>
          </a:p>
          <a:p>
            <a:pPr algn="ctr" indent="0" marL="0">
              <a:spcAft>
                <a:spcPts val="1600"/>
              </a:spcAft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Vào đúng phòng ghi trên thẻ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lục: số liệu chi tiết theo khoa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  <a:gridCol w="18288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Khoa / nhóm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báo cáo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Tỷ lệ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thù lao (VNĐ)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CNTT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Viễn thông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Điện tử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 phương tiện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QTKD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Khách mời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cộng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13.900.000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guồn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bảng theo dõi báo cáo viên (Excel), sheet DanhSachBaoCao. Slide phụ lục không trình chiếu nên được phép dùng cỡ chữ nhỏ.</a:t>
            </a:r>
            <a:endParaRPr lang="en-US" sz="1600" dirty="0"/>
          </a:p>
        </p:txBody>
      </p:sp>
      <p:sp>
        <p:nvSpPr>
          <p:cNvPr id="6" name="Liên kết quay lại">
            <a:hlinkClick r:id="rId1" tooltip="" action="ppaction://hlinksldjump"/>
          </p:cNvPr>
          <p:cNvSpPr txBox="1"/>
          <p:nvPr/>
        </p:nvSpPr>
        <p:spPr>
          <a:xfrm>
            <a:off x="8595360" y="91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u="sng" dirty="0">
                <a:solidFill>
                  <a:srgbClr val="2E5597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 Quay lại slide 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IT2027">
  <a:themeElements>
    <a:clrScheme name="PTIT2027">
      <a:dk1>
        <a:srgbClr val="1B1B1B"/>
      </a:dk1>
      <a:lt1>
        <a:srgbClr val="FFFFFF"/>
      </a:lt1>
      <a:dk2>
        <a:srgbClr val="1F3864"/>
      </a:dk2>
      <a:lt2>
        <a:srgbClr val="F4F6FB"/>
      </a:lt2>
      <a:accent1>
        <a:srgbClr val="1F3864"/>
      </a:accent1>
      <a:accent2>
        <a:srgbClr val="F28C28"/>
      </a:accent2>
      <a:accent3>
        <a:srgbClr val="2E5597"/>
      </a:accent3>
      <a:accent4>
        <a:srgbClr val="8FA8D6"/>
      </a:accent4>
      <a:accent5>
        <a:srgbClr val="5B6577"/>
      </a:accent5>
      <a:accent6>
        <a:srgbClr val="C9D3E8"/>
      </a:accent6>
      <a:hlink>
        <a:srgbClr val="2E5597"/>
      </a:hlink>
      <a:folHlink>
        <a:srgbClr val="5B6577"/>
      </a:folHlink>
    </a:clrScheme>
    <a:fontScheme name="PTIT2027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khai mạc – Hội nghị Khoa học Sinh viên PTIT 2027</dc:title>
  <dc:subject>PptxGenJS Presentation</dc:subject>
  <dc:creator>PptxGenJS</dc:creator>
  <cp:lastModifiedBy>PptxGenJS</cp:lastModifiedBy>
  <cp:revision>1</cp:revision>
  <dcterms:created xsi:type="dcterms:W3CDTF">2026-10-19T18:12:13Z</dcterms:created>
  <dcterms:modified xsi:type="dcterms:W3CDTF">2026-10-19T18:12:13Z</dcterms:modified>
</cp:coreProperties>
</file>